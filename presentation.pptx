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演示文稿标题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副标题 / 日期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背景</a:t>
            </a:r>
          </a:p>
          <a:p>
            <a:pPr/>
            <a:r>
              <a:t>目标</a:t>
            </a:r>
          </a:p>
          <a:p>
            <a:pPr/>
            <a:r>
              <a:t>方案</a:t>
            </a:r>
          </a:p>
          <a:p>
            <a:pPr/>
            <a:r>
              <a:t>下一步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在这里填入你的核心信息。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